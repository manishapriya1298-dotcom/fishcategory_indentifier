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0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5BE3-461B-4C67-65D0-00B51C02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061AA-04C2-19F9-8582-19863ADB5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C4972-B7BF-459A-9DF5-78B9620F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D44EF-3807-936B-0DBC-91AD7970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8E73C-E624-B89B-2BB2-E7A8A6F2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19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FC80-1147-7642-C2DE-47834007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04F16-5623-3CC1-EC82-B82C2E386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9B675-EFE1-051F-BE1D-185E372F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8B959-7EA2-136F-2F88-6F194901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D8316-E54E-E1F3-838D-5EA8CB34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93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6CD3-7286-9EE9-F90D-8F3C53E07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AAE9B-0F99-94DB-09D2-6E4AAACCF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0FE54-F1B4-85E7-0AE5-8A817AC0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32E5A-099E-C38F-6701-592A259FD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DF524-EC3F-6EEC-A27A-2D28B922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438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550F-8E63-D567-EED5-5DC335FC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27935-47C8-0869-FD7E-306AF9232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55FF9-A2EF-7322-7A67-1A60A128E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055F7-4E40-DF78-9741-652226A47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A5C67-36BC-C7BF-1CB9-7A96BC84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1C1EE-D4BC-B639-8223-2D2D4D2B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127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55E9-C913-426B-2150-69A32C58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1155B-6EF1-681B-7076-9C36BCDFD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9C556-75F2-257F-AF9E-550D77B14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F4D87-FDF7-26B6-B2F4-BE50C40EF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9EF19-AB72-487E-BA7E-CFB07C9E4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01F92-504A-6567-77F3-DD37AB7F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81570-36B4-D7DD-7DE0-9AD79B66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4B74B-87DB-6113-9D9D-5D26215B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68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3728-9BBC-37D0-F168-9D287F9A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85A78-D6A5-CECF-399F-8A3D60A0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924A7-FA4F-BB76-5CF6-72F249B3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8EF31-84CD-0EBF-AC9C-D1C359A9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95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D5FCD-687F-7569-4C19-5B8A8FA81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D1C16-C696-E373-1574-3DBFD590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57455-3ED0-2052-1E90-33137388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9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053B-030A-9E67-9E8F-E56A6C8DC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B1C6D-0D33-1190-47E0-9A0536937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F4344-4F4C-8ABA-B090-33748DEFD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D4E42-8BC9-D5E0-7BDA-5118475C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06F24-AD5B-0D91-0C4C-E46BCF813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5F2ED-5611-2078-A83B-30E9A03F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74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81AB-0E71-7075-2350-6CE1B8B49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9ECA8-795C-9560-F357-C569E1FFB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0C408-8D93-8977-5065-4B76B3BE4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9CEEE-3EBA-661D-95C9-63339CBE3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43262-0E7A-CCEF-B93B-6186EEDA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E764B-FAF7-16A8-6326-1DEA5907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5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531A-BA10-09BC-8BE5-7ACC279F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8C45A-E0F6-AFEB-9E76-F31B008F6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F0A61-FFA1-C05B-5FCB-D7306C78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A6B21-5B6D-D51F-B0F1-F34E447F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6814B-0786-31E7-8FDC-5007394A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507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670D7-64DC-8A6A-0A4A-6F2318257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6B3C0-6E36-22EE-EC7E-D5647CDC0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836D-4449-9815-9D07-1E2A23E1C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CDED5-B4E2-47E0-3075-D685BF7B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37470-2721-2342-0B43-D1F7771F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7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9F28B-D8DD-9363-A0E9-13BFA89C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0DE00-77B9-C80B-2037-B9B3002B1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BDCC-17A1-153D-7594-3EF4C55189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FC69E6-D143-439B-8901-A71BE4A3C6C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E5D0E-D326-9927-7EE5-BAD4272EB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64100-F067-3E34-2339-123525705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29B84-6D39-4C3F-A7E6-C511C5CAB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4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8D0C4-B2BC-2BCF-AF2D-DB6F2DBF25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MULTI CLASS IMAGE CLASSIFY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5F0A0-5C2B-2DE2-599E-5F1FABE71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7923" y="4477109"/>
            <a:ext cx="3755921" cy="1655762"/>
          </a:xfrm>
        </p:spPr>
        <p:txBody>
          <a:bodyPr/>
          <a:lstStyle/>
          <a:p>
            <a:r>
              <a:rPr lang="en-IN" b="1" dirty="0"/>
              <a:t>Presented By</a:t>
            </a:r>
          </a:p>
          <a:p>
            <a:r>
              <a:rPr lang="en-IN" b="1" dirty="0"/>
              <a:t>Manisha </a:t>
            </a:r>
          </a:p>
          <a:p>
            <a:r>
              <a:rPr lang="en-IN" b="1" dirty="0"/>
              <a:t>Priyadharshini M</a:t>
            </a:r>
          </a:p>
        </p:txBody>
      </p:sp>
    </p:spTree>
    <p:extLst>
      <p:ext uri="{BB962C8B-B14F-4D97-AF65-F5344CB8AC3E}">
        <p14:creationId xmlns:p14="http://schemas.microsoft.com/office/powerpoint/2010/main" val="378212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CFE0-851C-2433-CF6A-CC2FE2229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CNN Architecture</a:t>
            </a:r>
            <a:b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E4EB52-33F3-3B7C-876F-02673E261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398" y="1618997"/>
            <a:ext cx="7287642" cy="36200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A998FB-16A0-AD6B-1B3A-208F0514B3F3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4918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2488-5114-351A-13E3-3370F3B1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74574" cy="2491956"/>
          </a:xfrm>
        </p:spPr>
        <p:txBody>
          <a:bodyPr/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VGG16 VS InceptionV3 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5D01D3-CCF8-71A9-3A80-093A02BA1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1593" y="171111"/>
            <a:ext cx="6477561" cy="3452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F41A94-5EFD-F32A-D1A5-E6B8C88EC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35822"/>
            <a:ext cx="6492803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5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30B2-6432-4926-C20A-7D06426C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15581" cy="1955288"/>
          </a:xfrm>
        </p:spPr>
        <p:txBody>
          <a:bodyPr/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Compare models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210EB0-7BA1-1377-7500-5B5BDD2328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747549"/>
              </p:ext>
            </p:extLst>
          </p:nvPr>
        </p:nvGraphicFramePr>
        <p:xfrm>
          <a:off x="5818939" y="707650"/>
          <a:ext cx="6009267" cy="2883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9267">
                  <a:extLst>
                    <a:ext uri="{9D8B030D-6E8A-4147-A177-3AD203B41FA5}">
                      <a16:colId xmlns:a16="http://schemas.microsoft.com/office/drawing/2014/main" val="4152583515"/>
                    </a:ext>
                  </a:extLst>
                </a:gridCol>
              </a:tblGrid>
              <a:tr h="2883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7661079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261DAE9-70F1-186C-0298-860E36CAA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3978462"/>
            <a:ext cx="6683319" cy="21718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6960C4-F9F3-0E7B-2410-2DFD2EE72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170" y="154177"/>
            <a:ext cx="6492803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8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F28B-4675-FD3D-F0DB-4CA00D04D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80406" cy="129652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Optimizers     	 Validation              		 Loss </a:t>
            </a:r>
            <a:b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				    Metric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E09C0-094C-04E6-8374-42A00C624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57155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SGD 			Accuracy			Category </a:t>
            </a:r>
            <a:r>
              <a:rPr lang="en-IN" dirty="0" err="1"/>
              <a:t>Crossentropy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Adam			Precision &amp; Recall	MSE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 err="1"/>
              <a:t>RMSProp</a:t>
            </a:r>
            <a:r>
              <a:rPr lang="en-IN" dirty="0"/>
              <a:t>     		F1 Score</a:t>
            </a:r>
          </a:p>
          <a:p>
            <a:pPr marL="3657600" lvl="8" indent="0">
              <a:buNone/>
            </a:pPr>
            <a:r>
              <a:rPr lang="en-IN" sz="2800" dirty="0"/>
              <a:t>AUC </a:t>
            </a:r>
          </a:p>
        </p:txBody>
      </p:sp>
    </p:spTree>
    <p:extLst>
      <p:ext uri="{BB962C8B-B14F-4D97-AF65-F5344CB8AC3E}">
        <p14:creationId xmlns:p14="http://schemas.microsoft.com/office/powerpoint/2010/main" val="417064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3FBDB-A070-6293-0BEE-4DC55CA02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50653"/>
            <a:ext cx="12192000" cy="689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72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57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Wingdings</vt:lpstr>
      <vt:lpstr>Office Theme</vt:lpstr>
      <vt:lpstr>MULTI CLASS IMAGE CLASSIFY</vt:lpstr>
      <vt:lpstr>CNN Architecture </vt:lpstr>
      <vt:lpstr>VGG16 VS InceptionV3 </vt:lpstr>
      <vt:lpstr>Compare models</vt:lpstr>
      <vt:lpstr>Optimizers       Validation                 Loss          Metric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manishapriya1203@outlook.com</dc:creator>
  <cp:lastModifiedBy>manishapriya1203@outlook.com</cp:lastModifiedBy>
  <cp:revision>3</cp:revision>
  <dcterms:created xsi:type="dcterms:W3CDTF">2025-11-19T18:00:17Z</dcterms:created>
  <dcterms:modified xsi:type="dcterms:W3CDTF">2025-11-20T08:13:30Z</dcterms:modified>
</cp:coreProperties>
</file>